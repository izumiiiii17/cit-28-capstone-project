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9" r:id="rId4"/>
    <p:sldId id="274" r:id="rId5"/>
    <p:sldId id="273" r:id="rId6"/>
    <p:sldId id="275" r:id="rId7"/>
    <p:sldId id="272" r:id="rId8"/>
    <p:sldId id="271" r:id="rId9"/>
    <p:sldId id="268" r:id="rId10"/>
    <p:sldId id="276" r:id="rId11"/>
    <p:sldId id="270" r:id="rId12"/>
    <p:sldId id="265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04:24:41.473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04:30:03.002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67 0,'0'10,"-5"11,-10 13,-8 9,0-3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19T04:30:03.967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61494F1F-D9FA-FAF2-3F8B-DD31020E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FE0D3F58-66A5-273B-2631-30361DD950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E3F863E-4B94-A68D-FEF9-04EC7427E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598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5F56A47-B2EF-A853-E940-BC3D4EC2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8C55C56-06BD-D581-049A-E891B83C2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F623A899-D3B7-377D-7B43-DA5E0159E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4419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6259A3E-D099-3D53-DD1E-5CBC663C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1CB9F036-D37F-EEAB-B83D-132902304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B777C2F8-132E-3F54-E68F-39FC716C82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5067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zumiiiii17/CIT-28-Capstone-Projec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humankinetics.com/view/journals/ijsnem/ijsnem-overview.xml" TargetMode="External"/><Relationship Id="rId7" Type="http://schemas.openxmlformats.org/officeDocument/2006/relationships/slide" Target="slide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dgs.un.org/2030agenda" TargetMode="External"/><Relationship Id="rId5" Type="http://schemas.openxmlformats.org/officeDocument/2006/relationships/hyperlink" Target="https://www.undp.org/sustainable-development-goals/zero-hunger" TargetMode="External"/><Relationship Id="rId4" Type="http://schemas.openxmlformats.org/officeDocument/2006/relationships/hyperlink" Target="https://www.who.int/publication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Nutrition Application For Athletes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SAKTHIVEL 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                 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                    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98547248"/>
              </p:ext>
            </p:extLst>
          </p:nvPr>
        </p:nvGraphicFramePr>
        <p:xfrm>
          <a:off x="8727" y="2275191"/>
          <a:ext cx="12183273" cy="4192304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530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340">
                <a:tc>
                  <a:txBody>
                    <a:bodyPr/>
                    <a:lstStyle/>
                    <a:p>
                      <a:pPr marL="0" marR="0" lvl="1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       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818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2021CIT0034     SYED ABDULLAH HUSSAINI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800" u="none" strike="noStrike" cap="none" dirty="0"/>
                        <a:t>20221CIT0069   HARSHAVARDHAN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N" sz="1800" u="none" strike="noStrike" cap="none" dirty="0"/>
                        <a:t>20221CIT0127   SHRISHA JAMAKHANDIKAR       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         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0494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1800" u="none" strike="noStrike" cap="none" dirty="0"/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79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1278194" y="124594"/>
            <a:ext cx="8426245" cy="701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Review-1        Batch Number:   CIT-28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-57915" y="422679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 P ANANDARAJ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DR. SHARMASTH VALI 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PSCS_543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Engineering,</a:t>
            </a: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Presidency University Bangalore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indent="-19050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Upcoming athletes lack access to affordable and personalized nutrition guidance, as professional services are costly and generic advice fails to meet sport-specific needs. This results in poor performance, higher injury risks, and slower recovery. Existing fitness apps focus on general wellness rather than athlete-oriented nutrition. A user-friendly digital platform is needed to provide tailored diet plans, supporting athlete health and SDG 2 – Zero Hunger.</a:t>
            </a:r>
            <a:endParaRPr lang="en-US" sz="2000" spc="-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D123615-4054-A27D-943D-6A02A17B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3636D9F-75DB-7E40-6279-D96376DA5A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62A51C5C-F828-9EA5-B85E-7A7979B84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1177" y="884903"/>
            <a:ext cx="10302629" cy="516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Develop Freemium Application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Create a user-friendly app offering free basic nutrition plans and premium advanced features for athletes.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Provide Personalized Nutrition Plans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Generate diet charts tailored to age, body type, sport category, and training intensity.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Integrate AI-Powered Recommendations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 AI/ML to align nutrition with training load, recovery needs, and performance goals.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Enhance Nutrition Awareness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Educate athletes about the importance of diet in performance, recovery, and overall health.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Support SDG 2 – Zero Hunger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Promote sustainable nutrition practices and contribute toward global hunger awareness initiatives.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59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084006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Background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Athletes require personalized diet plans to support training, recovery, and performance.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Traditional consultations are costly and lack scalability.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Existing nutrition apps mainly focus on calorie counting, not athlete-specific needs.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AI/ML now enables predictive nutrition models for tailored diet planning.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Related Work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MyFitnessPal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Popular calorie-tracking app, but lacks athlete-specific personalization.</a:t>
            </a:r>
          </a:p>
          <a:p>
            <a:r>
              <a:rPr lang="en-IN" b="1" dirty="0" err="1">
                <a:latin typeface="Cambria" panose="02040503050406030204" pitchFamily="18" charset="0"/>
                <a:ea typeface="Cambria" panose="02040503050406030204" pitchFamily="18" charset="0"/>
              </a:rPr>
              <a:t>HealthifyMe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– Provides AI-based diet suggestions, but limited focus on sports nutrition.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Gap Identified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No dedicated freemium platform offering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AI-driven, athlete-focused nutrition planning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with awareness features.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1928CE8-24BD-D3E8-C180-882FAD85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15E16594-B0C4-F8F6-EA6D-DA21DE9DFF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C90D95E-D656-FF71-2D11-0B31FBD70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084006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Nutritional imbalance and deficiencies remain a persistent issue despite global advances in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food production. The problem exists because individuals often lack awareness of their dietary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needs, and food choices are increasingly influenced by urban lifestyles, processed foods, and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convenience-driven habits. Moreover, cultural food practices, misinformation, and inadequate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access to reliable nutritional data contribute to poor dietary planning. This leads to rising cases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of obesity, diabetes, and micronutrient deficiencies across diverse populations. Without timely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intervention, these issues can escalate into long-term public health challenges and economic</a:t>
            </a:r>
          </a:p>
          <a:p>
            <a:pPr marL="342900" lvl="0" indent="-190500" algn="just">
              <a:lnSpc>
                <a:spcPct val="150000"/>
              </a:lnSpc>
              <a:spcBef>
                <a:spcPts val="0"/>
              </a:spcBef>
              <a:buSzPct val="100000"/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burdens.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82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Covers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all age groups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with focus on children, adolescents, pregnant women, and elderly.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Addresses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nutritional deficiencies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(vitamin/mineral gaps),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overnutrition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(obesity, lifestyle diseases),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malnutrition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Involves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dietary planning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nutrient tracking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,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personalized recommendations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based on health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Extends to both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urban populations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(processed food habits) and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rural communities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(access to balanced diets).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Can integrate with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digital health tools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(apps, wearable devices, AI-based recommendation systems).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C1B05F-4C15-E448-FF7B-5E076662A4A6}"/>
              </a:ext>
            </a:extLst>
          </p:cNvPr>
          <p:cNvSpPr txBox="1"/>
          <p:nvPr/>
        </p:nvSpPr>
        <p:spPr>
          <a:xfrm>
            <a:off x="812800" y="1022555"/>
            <a:ext cx="10668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Implications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Health-related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Poor nutrition leads to obesity, diabetes, cardiovascular diseases, weakened immunity, and developmental issues.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Psychological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Nutritional imbalance affects mood, cognitive performance, stress, and fatigue.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Economic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Increases healthcare costs, reduces workforce productivity, and impacts national health expenditure.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Social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Worsens inequality where vulnerable groups face higher risks due to lack of access to proper diet.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Global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Impacts sustainability goals (SDG 2 – Zero Hunger, SDG 3 – Good Health and Well-Being).</a:t>
            </a: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>
              <a:lnSpc>
                <a:spcPct val="200000"/>
              </a:lnSpc>
            </a:pP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5B99FA7-969D-CF2F-01A8-874F9365E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799" y="695511"/>
            <a:ext cx="10667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Freemium Model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Offers free basic dietary recommendations while providing advanced analytics and personalized features under a premium plan.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AI-Powered Diet Generator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Creates personalized meal plans based on training load, sport type, and individual physique.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Training-Nutrition Synchronization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Aligns diet recommendations with workout cycles to maximize performance and recovery.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SDG Integration (SDG 2 &amp; 3)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Supports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Zero Hunger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by raising awareness about food security and promotes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Good Health &amp; Well-being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through improved nutrition planning.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C960A247-C91F-5181-9F48-C074BDA7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194D7F2-18E6-EF35-2CFB-02A9F99D4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16FA915F-124F-9C10-16A8-7E9DF7071F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09C9394B-0F82-017F-FE9F-9D2D9BE35EE8}"/>
              </a:ext>
            </a:extLst>
          </p:cNvPr>
          <p:cNvSpPr txBox="1">
            <a:spLocks/>
          </p:cNvSpPr>
          <p:nvPr/>
        </p:nvSpPr>
        <p:spPr>
          <a:xfrm>
            <a:off x="542260" y="1041991"/>
            <a:ext cx="10462439" cy="4306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REPOSITORY LINK: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https://github.com/Izumiiiii17/CIT-28-Capstone-Project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052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5E886B-4916-2077-FCC5-77E462816B14}"/>
                  </a:ext>
                </a:extLst>
              </p14:cNvPr>
              <p14:cNvContentPartPr/>
              <p14:nvPr/>
            </p14:nvContentPartPr>
            <p14:xfrm>
              <a:off x="-452230" y="84550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5E886B-4916-2077-FCC5-77E462816B1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506230" y="737868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8084EC2-37C0-FB88-7E90-A244EE81B112}"/>
                  </a:ext>
                </a:extLst>
              </p14:cNvPr>
              <p14:cNvContentPartPr/>
              <p14:nvPr/>
            </p14:nvContentPartPr>
            <p14:xfrm>
              <a:off x="12757970" y="3470628"/>
              <a:ext cx="24120" cy="53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8084EC2-37C0-FB88-7E90-A244EE81B1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04330" y="3362628"/>
                <a:ext cx="1317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B69B6EE-852A-6D01-2C31-9FEE74AF15A1}"/>
                  </a:ext>
                </a:extLst>
              </p14:cNvPr>
              <p14:cNvContentPartPr/>
              <p14:nvPr/>
            </p14:nvContentPartPr>
            <p14:xfrm>
              <a:off x="11798210" y="437494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B69B6EE-852A-6D01-2C31-9FEE74AF15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44570" y="4267308"/>
                <a:ext cx="108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CB5B0E1-775E-3CE4-B979-970F5B1FB2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800" y="948654"/>
            <a:ext cx="10185500" cy="504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Sport Nutrition and Exercise Metabolism, Human Kinetics Journals. [Online]. Available: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https://journals.humankinetics.com/view/journals/ijsnem/ijsnem-overview.xml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World Health Organization, Nutrition and Health Guidelines for Athletes. Geneva: WHO, 2006. [Online]. Available: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https://www.who.int/publications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United Nations Development Programme (UNDP), Sustainable Development Goal 2: Zero Hunger. [Online]. Available: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https://www.undp.org/sustainable-development-goals/zero-hunger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United Nations, Transforming our World: The 2030 Agenda for Sustainable Development. New York: UN, 2015. [Online]. Available: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https://sdgs.un.org/2030agenda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United Nations, Sustainable Development Goals (SDGs). [Online]. Available</a:t>
            </a:r>
          </a:p>
          <a:p>
            <a:pPr marL="152400" indent="0">
              <a:spcBef>
                <a:spcPts val="0"/>
              </a:spcBef>
              <a:buNone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  <a:hlinkClick r:id="rId7" action="ppaction://hlinksldjump"/>
              </a:rPr>
              <a:t>https://sdgs.un.org/goals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990</Words>
  <Application>Microsoft Office PowerPoint</Application>
  <PresentationFormat>Widescreen</PresentationFormat>
  <Paragraphs>108</Paragraphs>
  <Slides>13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Verdana</vt:lpstr>
      <vt:lpstr>Wingdings</vt:lpstr>
      <vt:lpstr>Bioinformatics</vt:lpstr>
      <vt:lpstr>Nutrition Application For Athletes</vt:lpstr>
      <vt:lpstr>Content</vt:lpstr>
      <vt:lpstr>Problem Statement Number: PSCS_543 </vt:lpstr>
      <vt:lpstr>Objectives</vt:lpstr>
      <vt:lpstr>Background and Related work for title Selection</vt:lpstr>
      <vt:lpstr>Analysis of Problem Statement</vt:lpstr>
      <vt:lpstr>Analysis of Problem Statement (contd...)</vt:lpstr>
      <vt:lpstr>Analysis of Problem Statement (contd...)</vt:lpstr>
      <vt:lpstr> Innovation or Novel Contributions 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Syed Abdullah Hussaini</cp:lastModifiedBy>
  <cp:revision>5</cp:revision>
  <dcterms:modified xsi:type="dcterms:W3CDTF">2025-08-21T04:51:22Z</dcterms:modified>
</cp:coreProperties>
</file>